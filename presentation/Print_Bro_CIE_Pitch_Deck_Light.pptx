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6583680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11480"/>
          <a:lstStyle/>
          <a:p>
            <a:pPr algn="ctr">
              <a:spcAft>
                <a:spcPts val="200"/>
              </a:spcAft>
              <a:defRPr sz="4000" b="1">
                <a:solidFill>
                  <a:srgbClr val="0284C7"/>
                </a:solidFill>
              </a:defRPr>
            </a:pPr>
            <a:r>
              <a:t>PRINT BRO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Scan. Pay. Print. — Autonomous Campus Kiosks</a:t>
            </a:r>
          </a:p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Slide 01 — The Problem with Traditional Campus Printing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College students frequently need to print assignments, lab records, resumes, notes, project reports &amp; certificates.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Most campuses depend on 1 or 2 congested Xerox shops handling printing alongside binding, scanning, stationery &amp; lamination.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A shopkeeper must manually: receive file, inspect, select settings, take payment, print, and hand over — taking several minutes per student.</a:t>
            </a:r>
          </a:p>
          <a:p>
            <a:pPr>
              <a:defRPr sz="1300" b="1">
                <a:solidFill>
                  <a:srgbClr val="DC2626"/>
                </a:solidFill>
              </a:defRPr>
            </a:pPr>
            <a:r>
              <a:t>KEY ISSUE: Concentrating thousands of students and multiple services at one physical counter creates massive waiting queues.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731520"/>
            <a:ext cx="39620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40480" lIns="274320" rIns="274320"/>
          <a:lstStyle/>
          <a:p>
            <a:pPr algn="ctr">
              <a:spcAft>
                <a:spcPts val="400"/>
              </a:spcAft>
              <a:defRPr sz="1600" b="1">
                <a:solidFill>
                  <a:srgbClr val="0284C7"/>
                </a:solidFill>
              </a:defRPr>
            </a:pPr>
            <a:r>
              <a:t>CIE Pitch Presentation</a:t>
            </a:r>
          </a:p>
          <a:p>
            <a:pPr algn="ctr">
              <a:defRPr sz="1200" b="1">
                <a:solidFill>
                  <a:srgbClr val="475569"/>
                </a:solidFill>
              </a:defRPr>
            </a:pPr>
            <a:r>
              <a:t>Centre for Innovation &amp; Entrepreneurship</a:t>
            </a:r>
            <a:br/>
            <a:r>
              <a:t>G. Pulla Reddy Engineering College (GPREC)</a:t>
            </a:r>
          </a:p>
        </p:txBody>
      </p:sp>
      <p:pic>
        <p:nvPicPr>
          <p:cNvPr id="5" name="Picture 4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09728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The Current Student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The painful friction points in an everyday student's printing journey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CURRENT FLOW: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Student needs print  →  Goes to Xerox shop  →  Finds crowd  →  Waits in queue  →  Shares file  →  Payment  →  Printing  →  Collects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32918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264408"/>
            <a:ext cx="2779776" cy="28895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t>[FRICTION 1]  Queue &amp; Time Loss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Long queues during morning rush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15 to 45 mins spent just waiting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Peak-hour crowding before deadlines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Risk of arriving late to classes/labs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063240"/>
            <a:ext cx="32918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3264408"/>
            <a:ext cx="2779776" cy="28895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t>[FRICTION 2]  Manual Bottlenecks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Manual file handling takes operator time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WhatsApp file sharing creates privacy issues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USB drive transfers spread computer viruses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Frequent manual billing &amp; cash disputes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063240"/>
            <a:ext cx="32918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3264408"/>
            <a:ext cx="2779776" cy="28895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t>[FRICTION 3]  Location &amp; Hours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Limited printing locations across campus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Heavy dependence on 1 or 2 shops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Closed early mornings and late evenings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🔴 Zero 24/7 printing option for hostels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More Than Just a Printing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The issue isn't simply the cost of printing — it is Time + Accessibility + Operational Efficiency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[TIME DEFICIT]  The Disproportionate Time Equation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A student who needs only 5–10 pages spends significantly more time travelling to the shop, waiting in queue, and completing the transaction than the actual printing time.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Walking to shop &amp; return: 10–15 mins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Waiting in peak-hour queue: 20–30 mins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Operator file handling: 3–5 mins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Actual machine print time: Just 15–20 SECONDS!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Result: Over 90% of student time is pure deadweight waiting.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Across 4,000+ students, thousands of academic hours are wasted.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t>[CAMPUS PRESSURE]  High-Stakes Deadline Chaos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This becomes especially problematic during critical periods: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• Before Exams (Hall tickets, formulas)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• During Assignment Submissions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• During Project Reviews &amp; Reports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• During Record Submissions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• During Placement &amp; Job Application Drives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• During College Events &amp; Conferences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Academic impact: Unavoidable delays cause panic, late penalties, and missed deadlines outside student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Why Existing Xerox Shops Struggle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Limitations of the traditional model: Designed around the shop, rather than student convenience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7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498079"/>
              </a:tblGrid>
              <a:tr h="49149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Xerox Shop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Operational Bottleneck / Problem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Single counter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Creates long queues and severe single-point bottlenecks.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Manual file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Takes operator time for every single customer.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Multiple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Printing gets mixed with binding, scanning, and stationery orders.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Limited working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Students cannot print anytime (closed at night/early morning).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Physical presence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Student must stand at the counter to keep their place in 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High peak-hour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Crowding increases drastically before classes and deadlines.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Operator-dependent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Every single order requires manual intervention to execute.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897880"/>
            <a:ext cx="10698480" cy="502920"/>
          </a:xfrm>
          <a:prstGeom prst="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CORE OBSERVATION: The existing model is designed around the shop, rather than around the student's convenience.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Our Opportunity: What If Printing Was Self-Service?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Imagine a student walking up to a kiosk: Upload Document → Select Pages → Choose B/W or Colour → Pay → Print → Collect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t>[NO MORE]  What We Eliminate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❌ Waiting for an operator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❌ Standing in a long queue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❌ Sharing files through WhatsApp repeatedly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❌ Manual order processing &amp; paper settings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❌ Waiting behind spiral binding and lamination orders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❌ Cash change hassles or manual calculation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t>[INSTEAD]  The Print Bro Advantage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✅ 100% Self-Service: Full student control via phone or touch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✅ Fast: Total transaction finished in under 45 seconds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✅ Digital Payment: Instant UPI (PhonePe, GPay, Paytm)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✅ Automated Printing: Cloud-orchestrated instant output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✅ Available Inside Campus: Deployed in blocks &amp; hostels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✅ 24/7 Access: Ready whenever academic buildings are open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Introducing Print Bro / Smart Campus Printing Kiosk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Print Bro is a self-service printing kiosk designed specifically for colleges, schools and institutional campuses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011680"/>
            <a:ext cx="196596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64592" r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STEP 1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1. UPLOAD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Upload PDF / document through QR or kiosk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6936" y="2011680"/>
            <a:ext cx="196596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64592" r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4338CA"/>
                </a:solidFill>
              </a:defRPr>
            </a:pPr>
            <a:r>
              <a:t>STEP 2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2. CONFIGURE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Select exact pages, copies, B/W or colour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2352" y="2011680"/>
            <a:ext cx="196596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64592" r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059669"/>
                </a:solidFill>
              </a:defRPr>
            </a:pPr>
            <a:r>
              <a:t>STEP 3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3. PAY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Pay digitally using UPI (GPay, PhonePe, Paytm)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7768" y="2011680"/>
            <a:ext cx="196596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64592" r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STEP 4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4. PRINT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Automated high-speed printing starts immediately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73184" y="2011680"/>
            <a:ext cx="196596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64592" r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059669"/>
                </a:solidFill>
              </a:defRPr>
            </a:pPr>
            <a:r>
              <a:t>STEP 5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5. COLLECT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Student receives the printed document neatly sorted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GOAL: Turn a traditional counter-based printing experience into a self-service digital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Why This Can Reduce Crowding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From One Counter → Multiple Self-Service Points across the campus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[EFFICIENCY SHIFT]  Model Comparison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Traditional Model: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100 students → 1 shop counter → 1 operator → Long Queue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Print Bro Model: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100 students → Self-service kiosks → Automated processing → Zero Congestion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Key Operational Impact: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Eliminates single-counter bottlenecks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Parallel autonomous processing across campus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Instant turnover under 45 seconds per student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t>[CAMPUS DEPLOYMENT]  Multiple Kiosks Deployed At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College Academic Blocks &amp; Department Corridors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Central Library &amp; Reference Sections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Student Hostels (Boys &amp; Girls for 24/7 access)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Administrative &amp; Placement Cell Buildings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Canteen &amp; Student Recreation Areas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Academic Laboratory Departments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This creates a distributed printing network instead of concentrating demand at one shop.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Additional Opportunity: Printing + Digital Advertising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This is where your idea becomes especially interesting for CIE: Captive Attention &amp; Dual Revenue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[HIGH-IMPACT DOOH]  Kiosk Display Screen &amp; Dwell Time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The kiosk has a dedicated digital display screen.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While students are using the kiosk or waiting for their print: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Screen → Campus &amp; Brand Advertisements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Potential Advertisers: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Food &amp; Beverage brands, cafes, delivery apps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EdTech &amp; Skill-building companies (GATE, Coding)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Banks / Fintech (Student accounts, cards)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Local businesses &amp; retailers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Student-focused products &amp; gadgets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College clubs, events, and hackathons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t>[STRATEGIC SYNERGY]  Expanded Venture Ecosystem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So the model isn't only: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Student → Pays → Print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It becomes a three-sided value engine: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1. Student → Gets fast, autonomous printing service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2. Brand → Gets targeted advertising to verified 18-24 college students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3. College → Gets modern smart campus utility infrastructure at zero capital strain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Business Model: How Print Bro Can Generate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Three diversified revenue streams ensuring rapid sustainability and venture scalability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0116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27797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[PRINTING]  Revenue Stream 1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Printing Transactions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Revenue from: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B/W printing (high daily academic volume)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Colour printing (diagrams, certificates, project reports)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Bulk printing &amp; submission packages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Direct student UPI payment with immediate ledger settlement.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212848"/>
            <a:ext cx="27797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[ADVERTISING]  Revenue Stream 2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Digital Advertising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Brands pay for advertising displayed on kiosk screens.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Sponsored display slots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Video ad impressions during dwell time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Brand-subsidized student print discounts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High gross margin (90%+) software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212848"/>
            <a:ext cx="27797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t>[CAMPUS SAAS]  Revenue Stream 3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Institutional SaaS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Colleges / schools can subscribe to the system for: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Kiosk fleet management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Printing analytics &amp; consumption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Revenue &amp; quota tracking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Advertisement management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• Usage monitoring &amp; remote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Vision: From Printing Kiosk to Campus Utility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Building a smart self-service network that makes everyday campus services faster and accessible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[EVOLUTION]  Service Expansion Path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Start with: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Printing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↓ Then add: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Scanning (to Email, DigiLocker, Google Drive)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Document services (ID duplicates, certificates)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Stationery dispenser (pens, graph sheets, covers)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Digital forms &amp; administrative submissions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Campus payments &amp; smart ID integration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Campus &amp; Brand Advertising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Other self-service utilities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t>[VENTURE GOAL]  The Ultimate Vision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Build a network of smart self-service kiosks that make everyday campus services: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• Faster (&lt; 45 seconds)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• More accessible (24/7 across campus)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• Less dependent on manual counters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Position Print Bro as the essential academic utility infrastructure for colleges, schools, and institutional campuses nationwide.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Proposed Pilot — G. Pulla Reddy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Start with one working prototype at GPREC to validate student adoption and unit economics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[GPREC TRIAL]  Pilot Objectives to Measure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Start with 1 working prototype kiosk at GPREC.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Key Pilot Objectives: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✓ Test real student usage &amp; daily print volumes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✓ Measure average printing time (&lt; 45s target)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✓ Measure peak-hour demand &amp; queue reduction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✓ Study student adoption &amp; repeat usage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✓ Calculate operating cost per page (paper, toner)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✓ Test digital payment workflow (UPI reliability)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✓ Test advertisement display &amp; engagement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✓ Collect direct student &amp; faculty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212848"/>
            <a:ext cx="4608576" cy="3895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t>[SCALE-UP]  Post-Validation Scale Path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After successful validation at GPREC: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1 Kiosk (Prototype validation)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 ↓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Multiple Kiosks (Library, Mech/CSE block, Hostels)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 ↓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Other Engineering Colleges in Kurnool / AP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   ↓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Schools, Degree Colleges &amp; Universities Nationwide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 Transforming regional campus utilities with local manufacturing and scalable cloud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Final 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Direct comparison between traditional campus printing and the Print Bro innovation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7315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023360"/>
              </a:tblGrid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Existing Problem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Print Bro Solution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❌  Long queues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✅  Self-service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❌  Manual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✅  Automated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❌  Crowded Xerox shops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✅  Distributed kiosks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❌  Operator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✅  Student-controlled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❌  Limited accessibility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✅  Campus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❌  No additional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✅  Advertising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❌  No usage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✅  Central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21040" y="1737360"/>
            <a:ext cx="31089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60320" lIns="182880" rIns="18288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Scan. Pay. Print.</a:t>
            </a:r>
          </a:p>
        </p:txBody>
      </p:sp>
      <p:pic>
        <p:nvPicPr>
          <p:cNvPr id="9" name="Picture 8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2926080" cy="14630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F1F5F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PRINT BRO: Smart Campus Printing Kiosks  |  Ready for CIE Pilot &amp; Faculty Discussion  | 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